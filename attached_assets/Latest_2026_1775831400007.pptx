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6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351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433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7901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164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115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8711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976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282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19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3816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787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B32CC-E60E-4910-9473-A51F9CC6548D}" type="datetimeFigureOut">
              <a:rPr lang="en-ZA" smtClean="0"/>
              <a:t>15/01/2026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6C1AD-B74C-4DB1-A36E-AC19027C9B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938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CFA736-93C3-BDF1-1A94-4C438D1F8333}"/>
              </a:ext>
            </a:extLst>
          </p:cNvPr>
          <p:cNvSpPr/>
          <p:nvPr/>
        </p:nvSpPr>
        <p:spPr>
          <a:xfrm>
            <a:off x="953929" y="1470470"/>
            <a:ext cx="1540547" cy="881051"/>
          </a:xfrm>
          <a:prstGeom prst="roundRect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Julien Botha</a:t>
            </a:r>
          </a:p>
          <a:p>
            <a:pPr algn="ctr"/>
            <a:r>
              <a:rPr lang="en-GB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Managing Member</a:t>
            </a:r>
            <a:endParaRPr lang="en-ZA" sz="10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0CB881-8109-844F-AF9E-89B6101FBE9A}"/>
              </a:ext>
            </a:extLst>
          </p:cNvPr>
          <p:cNvSpPr/>
          <p:nvPr/>
        </p:nvSpPr>
        <p:spPr>
          <a:xfrm rot="16200000">
            <a:off x="3400454" y="1458040"/>
            <a:ext cx="835391" cy="312896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SALES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27A3C2-F4AA-654C-B6F2-795CD76FD169}"/>
              </a:ext>
            </a:extLst>
          </p:cNvPr>
          <p:cNvSpPr/>
          <p:nvPr/>
        </p:nvSpPr>
        <p:spPr>
          <a:xfrm rot="16200000">
            <a:off x="3377302" y="3453337"/>
            <a:ext cx="835391" cy="312896"/>
          </a:xfrm>
          <a:prstGeom prst="roundRect">
            <a:avLst/>
          </a:prstGeom>
          <a:solidFill>
            <a:srgbClr val="FFC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DEEP CLEANING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B90FCF-F492-1280-D117-13977A829F60}"/>
              </a:ext>
            </a:extLst>
          </p:cNvPr>
          <p:cNvSpPr/>
          <p:nvPr/>
        </p:nvSpPr>
        <p:spPr>
          <a:xfrm rot="16200000">
            <a:off x="3377302" y="2517495"/>
            <a:ext cx="835391" cy="31289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PEST CONTROL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458069-2FC2-B0C9-3393-BE57EF29FEE2}"/>
              </a:ext>
            </a:extLst>
          </p:cNvPr>
          <p:cNvSpPr/>
          <p:nvPr/>
        </p:nvSpPr>
        <p:spPr>
          <a:xfrm rot="16200000">
            <a:off x="3377302" y="4389180"/>
            <a:ext cx="835391" cy="3128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WASHROOM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16E82F-EB9C-FD93-6704-98B47D3AAE13}"/>
              </a:ext>
            </a:extLst>
          </p:cNvPr>
          <p:cNvSpPr/>
          <p:nvPr/>
        </p:nvSpPr>
        <p:spPr>
          <a:xfrm rot="16200000">
            <a:off x="3377302" y="5325023"/>
            <a:ext cx="835391" cy="312896"/>
          </a:xfrm>
          <a:prstGeom prst="roundRect">
            <a:avLst/>
          </a:prstGeom>
          <a:solidFill>
            <a:srgbClr val="92D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SANITARY BINS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FD66B2-17DF-45B3-1C4D-C14A05B0F378}"/>
              </a:ext>
            </a:extLst>
          </p:cNvPr>
          <p:cNvSpPr/>
          <p:nvPr/>
        </p:nvSpPr>
        <p:spPr>
          <a:xfrm>
            <a:off x="1816896" y="2982445"/>
            <a:ext cx="1111565" cy="3128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Maryka Venter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1A37A7-0A0C-BE33-846D-4A3BD9D22D6C}"/>
              </a:ext>
            </a:extLst>
          </p:cNvPr>
          <p:cNvSpPr/>
          <p:nvPr/>
        </p:nvSpPr>
        <p:spPr>
          <a:xfrm>
            <a:off x="1816896" y="4835890"/>
            <a:ext cx="1190464" cy="3128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Mariette Koekemoer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0704C3-8FD2-AF8D-B3CA-844CDE32179E}"/>
              </a:ext>
            </a:extLst>
          </p:cNvPr>
          <p:cNvSpPr/>
          <p:nvPr/>
        </p:nvSpPr>
        <p:spPr>
          <a:xfrm>
            <a:off x="2409827" y="1031845"/>
            <a:ext cx="1111565" cy="31289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Juli Holtshausen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FINANCE &amp; HR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F3E9212-1BA7-4E5F-F3B1-E173B6EAE11B}"/>
              </a:ext>
            </a:extLst>
          </p:cNvPr>
          <p:cNvCxnSpPr>
            <a:cxnSpLocks/>
            <a:stCxn id="4" idx="0"/>
            <a:endCxn id="12" idx="1"/>
          </p:cNvCxnSpPr>
          <p:nvPr/>
        </p:nvCxnSpPr>
        <p:spPr>
          <a:xfrm rot="5400000" flipH="1" flipV="1">
            <a:off x="1925926" y="986569"/>
            <a:ext cx="282178" cy="6856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9319B33-33F2-9833-1E3F-3C0792F52A79}"/>
              </a:ext>
            </a:extLst>
          </p:cNvPr>
          <p:cNvCxnSpPr>
            <a:cxnSpLocks/>
            <a:stCxn id="4" idx="2"/>
            <a:endCxn id="10" idx="1"/>
          </p:cNvCxnSpPr>
          <p:nvPr/>
        </p:nvCxnSpPr>
        <p:spPr>
          <a:xfrm rot="16200000" flipH="1">
            <a:off x="1376863" y="2698860"/>
            <a:ext cx="787372" cy="926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4ABE642-6957-D6DA-11F5-4597F0BC48CE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V="1">
            <a:off x="2494475" y="1614488"/>
            <a:ext cx="1167227" cy="296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4985EAB-3C7E-BD25-ABE7-723B4B05C0E0}"/>
              </a:ext>
            </a:extLst>
          </p:cNvPr>
          <p:cNvCxnSpPr>
            <a:cxnSpLocks/>
            <a:stCxn id="4" idx="1"/>
            <a:endCxn id="11" idx="1"/>
          </p:cNvCxnSpPr>
          <p:nvPr/>
        </p:nvCxnSpPr>
        <p:spPr>
          <a:xfrm rot="10800000" flipH="1" flipV="1">
            <a:off x="953928" y="1910996"/>
            <a:ext cx="862967" cy="3081342"/>
          </a:xfrm>
          <a:prstGeom prst="bentConnector3">
            <a:avLst>
              <a:gd name="adj1" fmla="val -264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3FD0F64-F668-F085-853F-1B9D25022A3C}"/>
              </a:ext>
            </a:extLst>
          </p:cNvPr>
          <p:cNvCxnSpPr>
            <a:cxnSpLocks/>
            <a:stCxn id="10" idx="3"/>
            <a:endCxn id="6" idx="0"/>
          </p:cNvCxnSpPr>
          <p:nvPr/>
        </p:nvCxnSpPr>
        <p:spPr>
          <a:xfrm>
            <a:off x="2928460" y="3138893"/>
            <a:ext cx="710090" cy="4708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0E9B29D-1C29-73AE-B099-A02BDAA9D97F}"/>
              </a:ext>
            </a:extLst>
          </p:cNvPr>
          <p:cNvCxnSpPr>
            <a:cxnSpLocks/>
            <a:stCxn id="10" idx="3"/>
            <a:endCxn id="7" idx="0"/>
          </p:cNvCxnSpPr>
          <p:nvPr/>
        </p:nvCxnSpPr>
        <p:spPr>
          <a:xfrm flipV="1">
            <a:off x="2928460" y="2673943"/>
            <a:ext cx="710090" cy="4649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12F34F7-81D2-6C00-D05E-020CCDFB6847}"/>
              </a:ext>
            </a:extLst>
          </p:cNvPr>
          <p:cNvCxnSpPr>
            <a:cxnSpLocks/>
            <a:stCxn id="11" idx="3"/>
            <a:endCxn id="8" idx="0"/>
          </p:cNvCxnSpPr>
          <p:nvPr/>
        </p:nvCxnSpPr>
        <p:spPr>
          <a:xfrm flipV="1">
            <a:off x="3007360" y="4545628"/>
            <a:ext cx="631190" cy="4467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820B4BA-136B-21A6-BEFA-2493D6C22C93}"/>
              </a:ext>
            </a:extLst>
          </p:cNvPr>
          <p:cNvCxnSpPr>
            <a:cxnSpLocks/>
            <a:stCxn id="11" idx="3"/>
            <a:endCxn id="9" idx="0"/>
          </p:cNvCxnSpPr>
          <p:nvPr/>
        </p:nvCxnSpPr>
        <p:spPr>
          <a:xfrm>
            <a:off x="3007360" y="4992338"/>
            <a:ext cx="631190" cy="4891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ACD8B7D-4340-6D0E-8E37-2A853B82D7D5}"/>
              </a:ext>
            </a:extLst>
          </p:cNvPr>
          <p:cNvSpPr/>
          <p:nvPr/>
        </p:nvSpPr>
        <p:spPr>
          <a:xfrm>
            <a:off x="4541245" y="1258301"/>
            <a:ext cx="1414739" cy="312896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Sheryl-Lyn Lee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 &amp; EXISTING SALES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46E9F58-ECBA-A0D6-A82E-524A9FDD05E5}"/>
              </a:ext>
            </a:extLst>
          </p:cNvPr>
          <p:cNvSpPr/>
          <p:nvPr/>
        </p:nvSpPr>
        <p:spPr>
          <a:xfrm>
            <a:off x="4550769" y="1638634"/>
            <a:ext cx="1414739" cy="312896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Chanè</a:t>
            </a:r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du Toit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 SALES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91C4B5B-AD11-0AE8-2F8A-13B8F037A309}"/>
              </a:ext>
            </a:extLst>
          </p:cNvPr>
          <p:cNvSpPr/>
          <p:nvPr/>
        </p:nvSpPr>
        <p:spPr>
          <a:xfrm>
            <a:off x="4542607" y="3709753"/>
            <a:ext cx="1414739" cy="455815"/>
          </a:xfrm>
          <a:prstGeom prst="roundRect">
            <a:avLst/>
          </a:prstGeom>
          <a:solidFill>
            <a:srgbClr val="FFC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Zukiswa Sandi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DEEP CLEANING SUPERVISOR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5D305F9-9652-10FC-BF60-42897E44A71F}"/>
              </a:ext>
            </a:extLst>
          </p:cNvPr>
          <p:cNvSpPr/>
          <p:nvPr/>
        </p:nvSpPr>
        <p:spPr>
          <a:xfrm>
            <a:off x="4559753" y="2120516"/>
            <a:ext cx="1414739" cy="31289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Reece Ebrahim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PCO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BA247BE-DE37-8F5F-9805-1D12BFBDC4FB}"/>
              </a:ext>
            </a:extLst>
          </p:cNvPr>
          <p:cNvSpPr/>
          <p:nvPr/>
        </p:nvSpPr>
        <p:spPr>
          <a:xfrm>
            <a:off x="4559753" y="2470345"/>
            <a:ext cx="1414739" cy="31289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Garth du Preez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PCO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0167855-0881-094B-63F6-7C44D7CECA76}"/>
              </a:ext>
            </a:extLst>
          </p:cNvPr>
          <p:cNvSpPr/>
          <p:nvPr/>
        </p:nvSpPr>
        <p:spPr>
          <a:xfrm>
            <a:off x="4559753" y="2820175"/>
            <a:ext cx="1414739" cy="31289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Mike Meyer 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PCO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0B8AB60-5126-5287-878F-D844CAB8E93F}"/>
              </a:ext>
            </a:extLst>
          </p:cNvPr>
          <p:cNvSpPr/>
          <p:nvPr/>
        </p:nvSpPr>
        <p:spPr>
          <a:xfrm>
            <a:off x="4559753" y="3170004"/>
            <a:ext cx="1414739" cy="31289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Xolani Ndzotoyi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PCO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3F25BE0-DC56-F125-D9B3-BDD555416743}"/>
              </a:ext>
            </a:extLst>
          </p:cNvPr>
          <p:cNvSpPr/>
          <p:nvPr/>
        </p:nvSpPr>
        <p:spPr>
          <a:xfrm>
            <a:off x="4512669" y="4388263"/>
            <a:ext cx="1414739" cy="3128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Zain Abdol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Washroom Tech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178840C-1BD0-31F5-D540-31AF6EE9C6FA}"/>
              </a:ext>
            </a:extLst>
          </p:cNvPr>
          <p:cNvSpPr/>
          <p:nvPr/>
        </p:nvSpPr>
        <p:spPr>
          <a:xfrm>
            <a:off x="4529814" y="5097601"/>
            <a:ext cx="1414739" cy="312896"/>
          </a:xfrm>
          <a:prstGeom prst="roundRect">
            <a:avLst/>
          </a:prstGeom>
          <a:solidFill>
            <a:srgbClr val="92D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Leon Coltman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 BIN TEAM 1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378808C-8BB8-504F-0ADF-6096ABF7E67D}"/>
              </a:ext>
            </a:extLst>
          </p:cNvPr>
          <p:cNvSpPr/>
          <p:nvPr/>
        </p:nvSpPr>
        <p:spPr>
          <a:xfrm>
            <a:off x="4529814" y="5540978"/>
            <a:ext cx="1414739" cy="312896"/>
          </a:xfrm>
          <a:prstGeom prst="roundRect">
            <a:avLst/>
          </a:prstGeom>
          <a:solidFill>
            <a:srgbClr val="92D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Jackie Roelfse</a:t>
            </a:r>
          </a:p>
          <a:p>
            <a:pPr algn="ctr"/>
            <a:r>
              <a:rPr lang="en-GB" sz="82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 BIN TEAM 2</a:t>
            </a:r>
            <a:endParaRPr lang="en-ZA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CBB6E1F1-D8E0-09F9-2E00-8FAF144711CC}"/>
              </a:ext>
            </a:extLst>
          </p:cNvPr>
          <p:cNvCxnSpPr>
            <a:stCxn id="7" idx="2"/>
            <a:endCxn id="43" idx="1"/>
          </p:cNvCxnSpPr>
          <p:nvPr/>
        </p:nvCxnSpPr>
        <p:spPr>
          <a:xfrm flipV="1">
            <a:off x="3951446" y="2276964"/>
            <a:ext cx="608307" cy="3969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E187707-D6F6-2CE4-713C-6A5375D21C61}"/>
              </a:ext>
            </a:extLst>
          </p:cNvPr>
          <p:cNvCxnSpPr>
            <a:cxnSpLocks/>
            <a:stCxn id="7" idx="2"/>
            <a:endCxn id="44" idx="1"/>
          </p:cNvCxnSpPr>
          <p:nvPr/>
        </p:nvCxnSpPr>
        <p:spPr>
          <a:xfrm flipV="1">
            <a:off x="3951446" y="2626793"/>
            <a:ext cx="608307" cy="471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800074DC-BF4E-CF8D-BDF4-C2046F156D21}"/>
              </a:ext>
            </a:extLst>
          </p:cNvPr>
          <p:cNvCxnSpPr>
            <a:cxnSpLocks/>
            <a:stCxn id="7" idx="2"/>
            <a:endCxn id="45" idx="1"/>
          </p:cNvCxnSpPr>
          <p:nvPr/>
        </p:nvCxnSpPr>
        <p:spPr>
          <a:xfrm>
            <a:off x="3951446" y="2673943"/>
            <a:ext cx="608307" cy="3026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DAFAF141-BA85-9183-4E8B-D3746B8FBEA2}"/>
              </a:ext>
            </a:extLst>
          </p:cNvPr>
          <p:cNvCxnSpPr>
            <a:cxnSpLocks/>
            <a:stCxn id="7" idx="2"/>
            <a:endCxn id="46" idx="1"/>
          </p:cNvCxnSpPr>
          <p:nvPr/>
        </p:nvCxnSpPr>
        <p:spPr>
          <a:xfrm>
            <a:off x="3951446" y="2673943"/>
            <a:ext cx="608307" cy="6525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3A44B7E0-3FEE-1208-3B15-0B7691821184}"/>
              </a:ext>
            </a:extLst>
          </p:cNvPr>
          <p:cNvCxnSpPr>
            <a:cxnSpLocks/>
            <a:stCxn id="6" idx="2"/>
            <a:endCxn id="42" idx="1"/>
          </p:cNvCxnSpPr>
          <p:nvPr/>
        </p:nvCxnSpPr>
        <p:spPr>
          <a:xfrm>
            <a:off x="3951446" y="3609786"/>
            <a:ext cx="591161" cy="3278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1DF20FE9-46E1-7947-C688-630CC7AD7650}"/>
              </a:ext>
            </a:extLst>
          </p:cNvPr>
          <p:cNvCxnSpPr>
            <a:cxnSpLocks/>
            <a:stCxn id="9" idx="2"/>
            <a:endCxn id="48" idx="1"/>
          </p:cNvCxnSpPr>
          <p:nvPr/>
        </p:nvCxnSpPr>
        <p:spPr>
          <a:xfrm flipV="1">
            <a:off x="3951447" y="5254050"/>
            <a:ext cx="578368" cy="22742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FCE364B2-84D0-35DC-874B-5213B9996969}"/>
              </a:ext>
            </a:extLst>
          </p:cNvPr>
          <p:cNvCxnSpPr>
            <a:cxnSpLocks/>
            <a:stCxn id="9" idx="2"/>
            <a:endCxn id="49" idx="1"/>
          </p:cNvCxnSpPr>
          <p:nvPr/>
        </p:nvCxnSpPr>
        <p:spPr>
          <a:xfrm>
            <a:off x="3951447" y="5481471"/>
            <a:ext cx="578368" cy="2159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8D4CF30-F84C-FA21-5C78-5B327C7B6990}"/>
              </a:ext>
            </a:extLst>
          </p:cNvPr>
          <p:cNvCxnSpPr>
            <a:stCxn id="8" idx="2"/>
            <a:endCxn id="47" idx="1"/>
          </p:cNvCxnSpPr>
          <p:nvPr/>
        </p:nvCxnSpPr>
        <p:spPr>
          <a:xfrm flipV="1">
            <a:off x="3951447" y="4544711"/>
            <a:ext cx="561223" cy="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1AE4701-A363-2227-8AD2-E8D2207A835A}"/>
              </a:ext>
            </a:extLst>
          </p:cNvPr>
          <p:cNvSpPr/>
          <p:nvPr/>
        </p:nvSpPr>
        <p:spPr>
          <a:xfrm rot="16200000">
            <a:off x="5956704" y="3410494"/>
            <a:ext cx="1414739" cy="31289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CLEANERS</a:t>
            </a:r>
            <a:endParaRPr lang="en-ZA" sz="67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3D63C47E-14AB-DA58-1A93-2AE97D550766}"/>
              </a:ext>
            </a:extLst>
          </p:cNvPr>
          <p:cNvSpPr/>
          <p:nvPr/>
        </p:nvSpPr>
        <p:spPr>
          <a:xfrm>
            <a:off x="7298863" y="2064258"/>
            <a:ext cx="1020113" cy="210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7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Asanda Xhosana</a:t>
            </a:r>
            <a:endParaRPr lang="en-ZA" sz="67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428B4D2-23E6-872F-237A-A99EB94C4B3F}"/>
              </a:ext>
            </a:extLst>
          </p:cNvPr>
          <p:cNvSpPr/>
          <p:nvPr/>
        </p:nvSpPr>
        <p:spPr>
          <a:xfrm>
            <a:off x="7298863" y="2378880"/>
            <a:ext cx="1020113" cy="210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7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Belinda Baliwe</a:t>
            </a:r>
            <a:endParaRPr lang="en-ZA" sz="67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FE2AB59-9D46-E63D-546D-F28D9337FD76}"/>
              </a:ext>
            </a:extLst>
          </p:cNvPr>
          <p:cNvSpPr/>
          <p:nvPr/>
        </p:nvSpPr>
        <p:spPr>
          <a:xfrm>
            <a:off x="7298863" y="2693503"/>
            <a:ext cx="1020113" cy="210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7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Babalwa Sandi</a:t>
            </a:r>
            <a:endParaRPr lang="en-ZA" sz="67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88A10953-D6FC-4FB0-3ADB-06048BD08A8C}"/>
              </a:ext>
            </a:extLst>
          </p:cNvPr>
          <p:cNvSpPr/>
          <p:nvPr/>
        </p:nvSpPr>
        <p:spPr>
          <a:xfrm>
            <a:off x="7298863" y="3008126"/>
            <a:ext cx="1020113" cy="210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7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Nini Madoli</a:t>
            </a:r>
            <a:endParaRPr lang="en-ZA" sz="67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7976C1B-92F5-69B1-2BE0-A4EC45559B12}"/>
              </a:ext>
            </a:extLst>
          </p:cNvPr>
          <p:cNvSpPr/>
          <p:nvPr/>
        </p:nvSpPr>
        <p:spPr>
          <a:xfrm>
            <a:off x="7298863" y="3322749"/>
            <a:ext cx="1020113" cy="210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7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Maryldene Jansen</a:t>
            </a:r>
            <a:endParaRPr lang="en-ZA" sz="67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8017B66-D17A-7BA5-F266-C943D72866EC}"/>
              </a:ext>
            </a:extLst>
          </p:cNvPr>
          <p:cNvSpPr/>
          <p:nvPr/>
        </p:nvSpPr>
        <p:spPr>
          <a:xfrm>
            <a:off x="7298863" y="3637371"/>
            <a:ext cx="1020113" cy="210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7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Margrett Matika</a:t>
            </a:r>
            <a:endParaRPr lang="en-ZA" sz="67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208F380-ABC3-C739-0953-1FB52015249B}"/>
              </a:ext>
            </a:extLst>
          </p:cNvPr>
          <p:cNvSpPr/>
          <p:nvPr/>
        </p:nvSpPr>
        <p:spPr>
          <a:xfrm>
            <a:off x="7298863" y="3951994"/>
            <a:ext cx="1020113" cy="210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7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Veronica Cebisa</a:t>
            </a:r>
            <a:endParaRPr lang="en-ZA" sz="67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D36D8057-D4EB-4B58-75C7-3B37A3AEFD02}"/>
              </a:ext>
            </a:extLst>
          </p:cNvPr>
          <p:cNvSpPr/>
          <p:nvPr/>
        </p:nvSpPr>
        <p:spPr>
          <a:xfrm>
            <a:off x="7298863" y="4266617"/>
            <a:ext cx="1020113" cy="210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7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Siphokazi Mose</a:t>
            </a:r>
            <a:endParaRPr lang="en-ZA" sz="67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411C62-F5E6-6048-B39D-4B4CED3B480F}"/>
              </a:ext>
            </a:extLst>
          </p:cNvPr>
          <p:cNvSpPr/>
          <p:nvPr/>
        </p:nvSpPr>
        <p:spPr>
          <a:xfrm>
            <a:off x="7298863" y="4581240"/>
            <a:ext cx="1020113" cy="210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7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Nosipho Somyali</a:t>
            </a:r>
            <a:endParaRPr lang="en-ZA" sz="67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45CD02B7-5A25-ED93-9BAB-734F526040D7}"/>
              </a:ext>
            </a:extLst>
          </p:cNvPr>
          <p:cNvCxnSpPr>
            <a:cxnSpLocks/>
          </p:cNvCxnSpPr>
          <p:nvPr/>
        </p:nvCxnSpPr>
        <p:spPr>
          <a:xfrm flipV="1">
            <a:off x="5955985" y="3566942"/>
            <a:ext cx="550280" cy="370718"/>
          </a:xfrm>
          <a:prstGeom prst="bentConnector5">
            <a:avLst>
              <a:gd name="adj1" fmla="val 48466"/>
              <a:gd name="adj2" fmla="val 99808"/>
              <a:gd name="adj3" fmla="val 688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88DE2156-F285-B49B-E561-7A19ECD17149}"/>
              </a:ext>
            </a:extLst>
          </p:cNvPr>
          <p:cNvCxnSpPr>
            <a:cxnSpLocks/>
            <a:stCxn id="48" idx="3"/>
            <a:endCxn id="82" idx="0"/>
          </p:cNvCxnSpPr>
          <p:nvPr/>
        </p:nvCxnSpPr>
        <p:spPr>
          <a:xfrm flipV="1">
            <a:off x="5944553" y="3566942"/>
            <a:ext cx="563073" cy="16871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ED11249B-0786-3AA6-8B7D-3E8371B202FC}"/>
              </a:ext>
            </a:extLst>
          </p:cNvPr>
          <p:cNvCxnSpPr>
            <a:cxnSpLocks/>
            <a:stCxn id="49" idx="3"/>
            <a:endCxn id="82" idx="0"/>
          </p:cNvCxnSpPr>
          <p:nvPr/>
        </p:nvCxnSpPr>
        <p:spPr>
          <a:xfrm flipV="1">
            <a:off x="5944553" y="3566943"/>
            <a:ext cx="563073" cy="21304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4D6D1F48-3C11-0AFC-B5A6-35020CFA8D6F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6820248" y="2169414"/>
            <a:ext cx="478614" cy="1389538"/>
          </a:xfrm>
          <a:prstGeom prst="bentConnector5">
            <a:avLst>
              <a:gd name="adj1" fmla="val 35822"/>
              <a:gd name="adj2" fmla="val 55059"/>
              <a:gd name="adj3" fmla="val 641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4C11CD71-4C73-ABBE-70FD-C84B5AE6EF7F}"/>
              </a:ext>
            </a:extLst>
          </p:cNvPr>
          <p:cNvCxnSpPr>
            <a:cxnSpLocks/>
            <a:endCxn id="84" idx="1"/>
          </p:cNvCxnSpPr>
          <p:nvPr/>
        </p:nvCxnSpPr>
        <p:spPr>
          <a:xfrm flipV="1">
            <a:off x="6820248" y="2484037"/>
            <a:ext cx="478614" cy="1074915"/>
          </a:xfrm>
          <a:prstGeom prst="bentConnector5">
            <a:avLst>
              <a:gd name="adj1" fmla="val 35822"/>
              <a:gd name="adj2" fmla="val 71825"/>
              <a:gd name="adj3" fmla="val 641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10433102-BCB8-245A-DDC6-939F00B47F2B}"/>
              </a:ext>
            </a:extLst>
          </p:cNvPr>
          <p:cNvCxnSpPr>
            <a:cxnSpLocks/>
            <a:endCxn id="85" idx="1"/>
          </p:cNvCxnSpPr>
          <p:nvPr/>
        </p:nvCxnSpPr>
        <p:spPr>
          <a:xfrm flipV="1">
            <a:off x="6820248" y="2798660"/>
            <a:ext cx="478614" cy="760292"/>
          </a:xfrm>
          <a:prstGeom prst="bentConnector5">
            <a:avLst>
              <a:gd name="adj1" fmla="val 35822"/>
              <a:gd name="adj2" fmla="val 101293"/>
              <a:gd name="adj3" fmla="val 641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B836AF36-0450-41F6-F756-6AE43B4E42E7}"/>
              </a:ext>
            </a:extLst>
          </p:cNvPr>
          <p:cNvCxnSpPr>
            <a:cxnSpLocks/>
            <a:endCxn id="86" idx="1"/>
          </p:cNvCxnSpPr>
          <p:nvPr/>
        </p:nvCxnSpPr>
        <p:spPr>
          <a:xfrm flipV="1">
            <a:off x="6820248" y="3113282"/>
            <a:ext cx="478614" cy="445670"/>
          </a:xfrm>
          <a:prstGeom prst="bentConnector5">
            <a:avLst>
              <a:gd name="adj1" fmla="val 35822"/>
              <a:gd name="adj2" fmla="val 171967"/>
              <a:gd name="adj3" fmla="val 641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DC953CA4-F3F1-1C15-EAB4-29EB310E2333}"/>
              </a:ext>
            </a:extLst>
          </p:cNvPr>
          <p:cNvCxnSpPr>
            <a:cxnSpLocks/>
            <a:endCxn id="87" idx="1"/>
          </p:cNvCxnSpPr>
          <p:nvPr/>
        </p:nvCxnSpPr>
        <p:spPr>
          <a:xfrm flipV="1">
            <a:off x="6820248" y="3427905"/>
            <a:ext cx="478614" cy="131047"/>
          </a:xfrm>
          <a:prstGeom prst="bentConnector5">
            <a:avLst>
              <a:gd name="adj1" fmla="val 35822"/>
              <a:gd name="adj2" fmla="val 583640"/>
              <a:gd name="adj3" fmla="val 641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BF058BEB-8AA3-0EE3-4F79-963EB42852B7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6820248" y="3558952"/>
            <a:ext cx="478614" cy="183576"/>
          </a:xfrm>
          <a:prstGeom prst="bentConnector5">
            <a:avLst>
              <a:gd name="adj1" fmla="val 35822"/>
              <a:gd name="adj2" fmla="val 408280"/>
              <a:gd name="adj3" fmla="val 641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47ED81FE-6303-606F-528B-61841C7A19C8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6820248" y="3558952"/>
            <a:ext cx="478614" cy="498199"/>
          </a:xfrm>
          <a:prstGeom prst="bentConnector5">
            <a:avLst>
              <a:gd name="adj1" fmla="val 35822"/>
              <a:gd name="adj2" fmla="val 149786"/>
              <a:gd name="adj3" fmla="val 641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D7ABB5FF-EDBA-7043-90E8-9627D5E042EB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6820248" y="3558952"/>
            <a:ext cx="478614" cy="812822"/>
          </a:xfrm>
          <a:prstGeom prst="bentConnector5">
            <a:avLst>
              <a:gd name="adj1" fmla="val 35822"/>
              <a:gd name="adj2" fmla="val 91826"/>
              <a:gd name="adj3" fmla="val 641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9C3FCB8D-15DC-7112-C46D-AA6A387A54EC}"/>
              </a:ext>
            </a:extLst>
          </p:cNvPr>
          <p:cNvCxnSpPr>
            <a:cxnSpLocks/>
            <a:endCxn id="91" idx="1"/>
          </p:cNvCxnSpPr>
          <p:nvPr/>
        </p:nvCxnSpPr>
        <p:spPr>
          <a:xfrm>
            <a:off x="6820248" y="3558952"/>
            <a:ext cx="478614" cy="1127444"/>
          </a:xfrm>
          <a:prstGeom prst="bentConnector5">
            <a:avLst>
              <a:gd name="adj1" fmla="val 35822"/>
              <a:gd name="adj2" fmla="val 67482"/>
              <a:gd name="adj3" fmla="val 641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: Elbow 249">
            <a:extLst>
              <a:ext uri="{FF2B5EF4-FFF2-40B4-BE49-F238E27FC236}">
                <a16:creationId xmlns:a16="http://schemas.microsoft.com/office/drawing/2014/main" id="{3D127BF1-6B3C-B967-5CFA-194080D8A973}"/>
              </a:ext>
            </a:extLst>
          </p:cNvPr>
          <p:cNvCxnSpPr>
            <a:stCxn id="5" idx="2"/>
            <a:endCxn id="40" idx="1"/>
          </p:cNvCxnSpPr>
          <p:nvPr/>
        </p:nvCxnSpPr>
        <p:spPr>
          <a:xfrm flipV="1">
            <a:off x="3974598" y="1414749"/>
            <a:ext cx="566648" cy="1997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7D7D792C-BFF9-49D3-7FFD-FF255BF42B50}"/>
              </a:ext>
            </a:extLst>
          </p:cNvPr>
          <p:cNvCxnSpPr>
            <a:cxnSpLocks/>
            <a:stCxn id="5" idx="2"/>
            <a:endCxn id="41" idx="1"/>
          </p:cNvCxnSpPr>
          <p:nvPr/>
        </p:nvCxnSpPr>
        <p:spPr>
          <a:xfrm>
            <a:off x="3974598" y="1614487"/>
            <a:ext cx="576171" cy="1805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646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F0CD93D933294D9FC4164B1CEA3E8E" ma:contentTypeVersion="20" ma:contentTypeDescription="Create a new document." ma:contentTypeScope="" ma:versionID="2d79aa3bae2340a15fda47e326e97154">
  <xsd:schema xmlns:xsd="http://www.w3.org/2001/XMLSchema" xmlns:xs="http://www.w3.org/2001/XMLSchema" xmlns:p="http://schemas.microsoft.com/office/2006/metadata/properties" xmlns:ns2="642c2b12-47c1-4182-a358-f083345fa7a1" xmlns:ns3="9287c0be-7191-4606-a31f-68154ce7a145" targetNamespace="http://schemas.microsoft.com/office/2006/metadata/properties" ma:root="true" ma:fieldsID="72b623ef1eda26804f146704a9c68250" ns2:_="" ns3:_="">
    <xsd:import namespace="642c2b12-47c1-4182-a358-f083345fa7a1"/>
    <xsd:import namespace="9287c0be-7191-4606-a31f-68154ce7a14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pers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2c2b12-47c1-4182-a358-f083345fa7a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4ac2494a-e534-4b9a-b927-97ff71bebfbe}" ma:internalName="TaxCatchAll" ma:showField="CatchAllData" ma:web="642c2b12-47c1-4182-a358-f083345fa7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87c0be-7191-4606-a31f-68154ce7a1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person" ma:index="21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bc2d603-f3ea-4d84-a0ad-b6cf5daaff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2c2b12-47c1-4182-a358-f083345fa7a1" xsi:nil="true"/>
    <lcf76f155ced4ddcb4097134ff3c332f xmlns="9287c0be-7191-4606-a31f-68154ce7a145">
      <Terms xmlns="http://schemas.microsoft.com/office/infopath/2007/PartnerControls"/>
    </lcf76f155ced4ddcb4097134ff3c332f>
    <person xmlns="9287c0be-7191-4606-a31f-68154ce7a145">
      <UserInfo>
        <DisplayName/>
        <AccountId xsi:nil="true"/>
        <AccountType/>
      </UserInfo>
    </person>
  </documentManagement>
</p:properties>
</file>

<file path=customXml/itemProps1.xml><?xml version="1.0" encoding="utf-8"?>
<ds:datastoreItem xmlns:ds="http://schemas.openxmlformats.org/officeDocument/2006/customXml" ds:itemID="{339D1B72-B456-44D5-93E4-B1379949FE40}"/>
</file>

<file path=customXml/itemProps2.xml><?xml version="1.0" encoding="utf-8"?>
<ds:datastoreItem xmlns:ds="http://schemas.openxmlformats.org/officeDocument/2006/customXml" ds:itemID="{F79E3DC4-F78E-40CB-AD86-36D875245BBE}"/>
</file>

<file path=customXml/itemProps3.xml><?xml version="1.0" encoding="utf-8"?>
<ds:datastoreItem xmlns:ds="http://schemas.openxmlformats.org/officeDocument/2006/customXml" ds:itemID="{12EEE10D-C317-4425-9383-E7704935924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</TotalTime>
  <Words>87</Words>
  <Application>Microsoft Office PowerPoint</Application>
  <PresentationFormat>On-screen Show (4:3)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 Holtshausen</dc:creator>
  <cp:lastModifiedBy>Sheryl-Lyn Lee</cp:lastModifiedBy>
  <cp:revision>2</cp:revision>
  <cp:lastPrinted>2026-01-15T11:14:01Z</cp:lastPrinted>
  <dcterms:created xsi:type="dcterms:W3CDTF">2025-12-11T15:42:19Z</dcterms:created>
  <dcterms:modified xsi:type="dcterms:W3CDTF">2026-01-15T11:14:29Z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0x010100B6F0CD93D933294D9FC4164B1CEA3E8E</vt:lpwstr>
  </property>
</Properties>
</file>